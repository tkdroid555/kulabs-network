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17A05-B20F-4D4B-8BFC-E290F0776D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A75F42-DAFA-491D-88D7-9D5B678E39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63B66-4173-4DD5-BD4D-B408CDA73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BC3-451E-4FF4-89B6-7245E9FCAA73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5F3F3-041B-4FC3-B9A4-AB1D0CEE8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17D1F-3C36-4448-AFB8-7FDC9955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F3301-FCE2-458F-9AB2-50378C5F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168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615F4-99DB-4EBD-B310-388B39273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55309-8B70-4FC2-893E-A87E8D59A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B6C1D-0CAA-4A97-A785-5556BB3A8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BC3-451E-4FF4-89B6-7245E9FCAA73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18B5F-D80C-4D53-8CBD-8B0744E90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22125-1A02-4D49-A8E6-CA7322D1F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F3301-FCE2-458F-9AB2-50378C5F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677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A14EE-3E10-4E5E-81F4-39966D0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BDE92-5AD9-4DFC-BC4D-9423C95E6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FEF09-FAA7-4FEC-8A75-7023E7D02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BC3-451E-4FF4-89B6-7245E9FCAA73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91405-223E-4D3D-8CB7-27A3E84E6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79FA4-87A5-47F4-A3C8-7E2B34CB5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F3301-FCE2-458F-9AB2-50378C5F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01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30A7-AEBC-4281-B3BE-EC26BEC3B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857E3-2310-481B-969A-2587387D3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9954C-EF9A-45D4-93CA-B67095E7B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33C87-5B8A-454F-94BE-85DDEE20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BC3-451E-4FF4-89B6-7245E9FCAA73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62C36-5B78-4CF9-A38C-17AEFF88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100AA5-201D-4E1A-ABF8-72B17AD03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F3301-FCE2-458F-9AB2-50378C5F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418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F48E3-C4B5-422B-83B7-F19847F5E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AABCD-AF17-4E67-8D23-B12F93702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34B9DD-88F1-47CB-8142-573EF975A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0497A2-C926-4EE3-96E6-9BD5A9C36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66260D-06DB-459B-A7B7-A888ACBF88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0F1FE6-5492-4B3B-873B-C83DE482A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BC3-451E-4FF4-89B6-7245E9FCAA73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F473D9-4292-4037-A18D-4AF4F498B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EDE9D8-1732-4550-84D0-4B0FC4AB2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F3301-FCE2-458F-9AB2-50378C5F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554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08321-991D-4B8E-98E0-2321E6C3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A5A34-21E7-489E-8B55-7B732D783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BC3-451E-4FF4-89B6-7245E9FCAA73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5D0EF-C22B-4873-A5F6-283E91B54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62679-2AA3-4D16-8B6F-B55B452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F3301-FCE2-458F-9AB2-50378C5F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37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DDC63-1CB4-4A11-8FB4-F2FF31D9A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BC3-451E-4FF4-89B6-7245E9FCAA73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A0F869-808B-49ED-B384-F5D5CA5AF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4972F-39DB-4D25-9283-11EA78228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F3301-FCE2-458F-9AB2-50378C5F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882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35BB4-45E5-4E82-B1F8-E14DB558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0AFCC-4205-4858-96A6-0AEFC8E81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FB0618-B87F-4993-935F-0E81F0EB82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E009D-5722-435A-9695-BC0B27A54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BC3-451E-4FF4-89B6-7245E9FCAA73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2BD9BA-5E3E-4F69-BBC8-361286D45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1E656-A9D6-4029-BD42-B9E3639EA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F3301-FCE2-458F-9AB2-50378C5F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69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E8A3C-1693-459D-A1EC-B7CDE9E23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642B08-6DAE-4BFE-A394-94469CAB0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8F81A-28B6-45E4-9F0F-1963BDC58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9CF8F-B9AE-409E-B65D-373854146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BC3-451E-4FF4-89B6-7245E9FCAA73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4CABD-6767-4159-BB01-A665C1FC9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27856C-14D4-4BF2-8F6B-EACAB91B5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F3301-FCE2-458F-9AB2-50378C5F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131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09461-DB3B-4174-BA40-31B51D55E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7009C5-4ECB-4E15-A84E-50A3A143E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7F087A-7A32-4A83-81CF-F38E1E306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BC3-451E-4FF4-89B6-7245E9FCAA73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301F8-596C-463D-BA2A-D978D1405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E0058-BBBC-4E50-BA98-6998C06D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F3301-FCE2-458F-9AB2-50378C5F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17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02A3AA-A520-4C0B-AA8F-BAC96299D4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792C18-0145-44CB-9345-EE58FA8A7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4087E-B303-460F-AECD-3EA06C25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74BC3-451E-4FF4-89B6-7245E9FCAA73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BA772-DC22-4492-92BF-450D3747A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DD699-D80A-4F0B-87A4-40531D2B6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F3301-FCE2-458F-9AB2-50378C5F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5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076DC6-AAD2-4BCA-B4F4-1137EB371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0686E-AD28-4B70-9417-A2F8E8C59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EEF2E-153C-42FF-8CD5-C5EF3AC6FC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74BC3-451E-4FF4-89B6-7245E9FCAA73}" type="datetimeFigureOut">
              <a:rPr lang="en-US" smtClean="0"/>
              <a:t>30-Aug-26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80BD76-1EFD-4612-AFB7-019CFD7B9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B5F15-A288-4BF0-AC18-35B670F92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F3301-FCE2-458F-9AB2-50378C5F1B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21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A0A9D-E62D-41CD-B9BE-2B76A984FD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PRTCP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F0A26-26E0-464C-B4B2-E6526F0479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On TCP</a:t>
            </a:r>
          </a:p>
        </p:txBody>
      </p:sp>
    </p:spTree>
    <p:extLst>
      <p:ext uri="{BB962C8B-B14F-4D97-AF65-F5344CB8AC3E}">
        <p14:creationId xmlns:p14="http://schemas.microsoft.com/office/powerpoint/2010/main" val="2977010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2A4F4-3487-478B-B1D5-5FFEF12DB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จุดประสงค์ </a:t>
            </a: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1B7EC-7337-4B95-AE27-991B4E561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PRTCP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คือ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application layer protocol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มีไว้สำรับ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application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การวาด รูปบน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 (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ผืนผ้าใบจำลอง) แบบ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real time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โดยหลายๆ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user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ซึ่งในผืนผ้าใบ ใบหนึ่งจะมีตำแหน่ง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pixel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บนภาพ (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x,y)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และสีที่ปรากฏบนภาพ (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R,G,B)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ขนาดพู่กัน (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Brush size)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โดย เมื่อมี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user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หนึ่งได้วาดสิ่งหนึ่งลงไปบนผืนผ้าใบ จะต้องมีการ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mirror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การกระทำนั้นลงในทุกๆ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อื่นๆที่ทำงานบนผืนผ้าใบนั้น ด้วยเช่นเดียวกัน จึงต้องใช้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TCP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เพื่อทำให้การติดต่อนั้นมั่นคง แน่นอน และข้อมูล ถูกต้องไม่ศูนย์หายหรือผิดเพี้ยนระหว่าง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server </a:t>
            </a:r>
          </a:p>
        </p:txBody>
      </p:sp>
    </p:spTree>
    <p:extLst>
      <p:ext uri="{BB962C8B-B14F-4D97-AF65-F5344CB8AC3E}">
        <p14:creationId xmlns:p14="http://schemas.microsoft.com/office/powerpoint/2010/main" val="3411053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18F5-151E-4ADA-AD86-ABA6867BB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โดย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protocol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นี้จะประกอบไปด้วย 3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A001B-E0F1-4D12-A853-665E7F573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main server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ทำหน้าที่เป็นตัว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re route 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ใหม่ที่เข้ามาและ ต้องการติดต่อกับ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</a:t>
            </a:r>
          </a:p>
          <a:p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 server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คือตัว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จริงๆที่เก็บข้อมูลภาพที่ถูกวาด และ เชื่อมต่อกับ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เพื่อให้ทุกๆ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ได้รับข้อมูลภาพเดียวกัน</a:t>
            </a: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คือตัวแทนผู้ใช้ ซึ่งสามารถส่งข้อมูลว่าวาดอะไรไปบ้าง และได้รับข้อมูลว่า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อื่นวาดอะไรบ้างเพื่อจะได้มา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mirror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ใน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application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ของตนเอง </a:t>
            </a: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321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ACCDC-9A40-41B7-A81C-CBEE9747F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27"/>
            <a:ext cx="10515600" cy="1325563"/>
          </a:xfrm>
        </p:spPr>
        <p:txBody>
          <a:bodyPr/>
          <a:lstStyle/>
          <a:p>
            <a:r>
              <a:rPr lang="en-US"/>
              <a:t>Message Type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95243-0E8B-4356-8874-23380C297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5358"/>
            <a:ext cx="10515600" cy="1603375"/>
          </a:xfrm>
        </p:spPr>
        <p:txBody>
          <a:bodyPr>
            <a:normAutofit/>
          </a:bodyPr>
          <a:lstStyle/>
          <a:p>
            <a:r>
              <a:rPr lang="en-US" sz="2400" b="1">
                <a:latin typeface="TH Sarabun New" panose="020B0500040200020003" pitchFamily="34" charset="-34"/>
                <a:cs typeface="TH Sarabun New" panose="020B0500040200020003" pitchFamily="34" charset="-34"/>
              </a:rPr>
              <a:t>Main Server</a:t>
            </a:r>
          </a:p>
          <a:p>
            <a:pPr lvl="1"/>
            <a:r>
              <a:rPr lang="fr-FR">
                <a:latin typeface="TH Sarabun New" panose="020B0500040200020003" pitchFamily="34" charset="-34"/>
                <a:cs typeface="TH Sarabun New" panose="020B0500040200020003" pitchFamily="34" charset="-34"/>
              </a:rPr>
              <a:t>ANSJOIN (SESSION, PORT, CANVASX, CANVASY) </a:t>
            </a:r>
          </a:p>
          <a:p>
            <a:pPr lvl="1"/>
            <a:r>
              <a:rPr lang="fr-FR">
                <a:latin typeface="TH Sarabun New" panose="020B0500040200020003" pitchFamily="34" charset="-34"/>
                <a:cs typeface="TH Sarabun New" panose="020B0500040200020003" pitchFamily="34" charset="-34"/>
              </a:rPr>
              <a:t>ACKREG</a:t>
            </a:r>
          </a:p>
          <a:p>
            <a:pPr lvl="1"/>
            <a:r>
              <a:rPr lang="fr-FR">
                <a:latin typeface="TH Sarabun New" panose="020B0500040200020003" pitchFamily="34" charset="-34"/>
                <a:cs typeface="TH Sarabun New" panose="020B0500040200020003" pitchFamily="34" charset="-34"/>
              </a:rPr>
              <a:t>ANSERROR (ERRCODE)</a:t>
            </a: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457200" lvl="1" indent="0">
              <a:buNone/>
            </a:pPr>
            <a:endParaRPr lang="fr-FR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5476B4-0ED5-40AA-94C5-D9277380FACF}"/>
              </a:ext>
            </a:extLst>
          </p:cNvPr>
          <p:cNvSpPr txBox="1">
            <a:spLocks/>
          </p:cNvSpPr>
          <p:nvPr/>
        </p:nvSpPr>
        <p:spPr>
          <a:xfrm>
            <a:off x="838200" y="2994025"/>
            <a:ext cx="10515600" cy="19759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Canvas Server</a:t>
            </a:r>
            <a:endParaRPr lang="fr-FR" sz="1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fr-FR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REGRESSION</a:t>
            </a:r>
          </a:p>
          <a:p>
            <a:pPr lvl="1"/>
            <a:r>
              <a:rPr lang="fr-FR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ANSUPDATE</a:t>
            </a:r>
          </a:p>
          <a:p>
            <a:pPr lvl="1"/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ANSLEAVE</a:t>
            </a:r>
          </a:p>
          <a:p>
            <a:pPr lvl="1"/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ANSERROR (ERRCODE)</a:t>
            </a:r>
          </a:p>
          <a:p>
            <a:pPr lvl="1"/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PING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45F22FD-5BBA-40AD-969C-CAA2508403EA}"/>
              </a:ext>
            </a:extLst>
          </p:cNvPr>
          <p:cNvSpPr txBox="1">
            <a:spLocks/>
          </p:cNvSpPr>
          <p:nvPr/>
        </p:nvSpPr>
        <p:spPr>
          <a:xfrm>
            <a:off x="838200" y="4835523"/>
            <a:ext cx="10515600" cy="1975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Client</a:t>
            </a:r>
            <a:endParaRPr lang="fr-FR" sz="1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REGJOIN (SESSION)</a:t>
            </a:r>
          </a:p>
          <a:p>
            <a:pPr lvl="1"/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REGQDRAW (X , Y, R, G, B, BSIZE)</a:t>
            </a:r>
          </a:p>
          <a:p>
            <a:pPr lvl="1"/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REQLEAVE</a:t>
            </a:r>
          </a:p>
          <a:p>
            <a:pPr lvl="1"/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PONG</a:t>
            </a:r>
          </a:p>
        </p:txBody>
      </p:sp>
    </p:spTree>
    <p:extLst>
      <p:ext uri="{BB962C8B-B14F-4D97-AF65-F5344CB8AC3E}">
        <p14:creationId xmlns:p14="http://schemas.microsoft.com/office/powerpoint/2010/main" val="3313567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18F5-151E-4ADA-AD86-ABA6867B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858"/>
            <a:ext cx="10515600" cy="1325563"/>
          </a:xfrm>
        </p:spPr>
        <p:txBody>
          <a:bodyPr/>
          <a:lstStyle/>
          <a:p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A001B-E0F1-4D12-A853-665E7F573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959"/>
            <a:ext cx="10515600" cy="2466975"/>
          </a:xfrm>
        </p:spPr>
        <p:txBody>
          <a:bodyPr>
            <a:normAutofit/>
          </a:bodyPr>
          <a:lstStyle/>
          <a:p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Enstablish a session</a:t>
            </a:r>
          </a:p>
          <a:p>
            <a:pPr lvl="1"/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server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ประกอบด้วย 2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program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คือ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main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 (session)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โดย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main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จะต้องถูกเปิดก่อนใน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port 5000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และเมื่อมี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process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ของ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session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เกิดขึ้นมาใหม่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session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จะต้อง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register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ตัวเองผ่าน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REGSESSION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โดยมี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field SESSION (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เลขที่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session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ซึ่ง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session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เป็นคนตั้งเอง) และ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PORT (port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ที่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session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นั้นเปิดอยู่) และ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CANVASX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CANVASY (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ขนาดของ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ที่ขอเปิด) โดย จะส่งไปผ่าน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localhost:5000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main server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จะตอบกลับมาว่า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ACKREG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เมื่อการ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register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สำเร็จ </a:t>
            </a: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0E5316-9757-45D5-ABBD-8D407EE00013}"/>
              </a:ext>
            </a:extLst>
          </p:cNvPr>
          <p:cNvSpPr txBox="1">
            <a:spLocks/>
          </p:cNvSpPr>
          <p:nvPr/>
        </p:nvSpPr>
        <p:spPr>
          <a:xfrm>
            <a:off x="838200" y="3826934"/>
            <a:ext cx="10515600" cy="2466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joining a session</a:t>
            </a:r>
          </a:p>
          <a:p>
            <a:pPr lvl="1"/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เมื่อต้องการเข้าถึง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ต่างๆที่เปิดอยู่ จะต้องเข้าถึง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main server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ก่อนแล้วส่ง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REQJOIN(SESSION)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เพื่อถามว่ามี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session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ดังกล่าว (ตามเลขที่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session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ที่ขอ ถ้าหากเลขที่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session = 0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ตามมาตรฐาน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protocol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นี้ตั้งว่าให้เป็นการ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random session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เลย) ถ้าหากว่าพบ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session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ทาง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main server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จะตอบกลับมาด้วย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ANSJOIN (SESSION, PORT, CCANVASX, CANVASY)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ตาม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นั้นๆที่ได้รับมา และ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 server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นั้นจะเก็บ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list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ของ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draw (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การวาดครั้งต่างๆ) ไว้และส่ง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ANSUPDATE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ให้กับ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นั้น ที่พึ่ง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join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เข้ามาใหม่ทั้งหมด </a:t>
            </a: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6766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18F5-151E-4ADA-AD86-ABA6867B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858"/>
            <a:ext cx="10515600" cy="1325563"/>
          </a:xfrm>
        </p:spPr>
        <p:txBody>
          <a:bodyPr/>
          <a:lstStyle/>
          <a:p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A001B-E0F1-4D12-A853-665E7F573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959"/>
            <a:ext cx="10515600" cy="2466975"/>
          </a:xfrm>
        </p:spPr>
        <p:txBody>
          <a:bodyPr>
            <a:normAutofit/>
          </a:bodyPr>
          <a:lstStyle/>
          <a:p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drawing</a:t>
            </a:r>
          </a:p>
          <a:p>
            <a:pPr lvl="1"/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เมื่อมีการวาดลงบน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จะเกิดข้อมูล 3 กลุ่มคือ ตำแหน่งที่วาด (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x, y)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สีที่วาด (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R,G,B)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และขนาดพู่กัน (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Brush size)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โดยจะก่อให้เกิด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6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field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ของข้อมูลที่ต้องเกิดขึ้นทุกๆครั้งที่วาด จึงได้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REQDRAW(X,Y,R,G,B,BSIZE)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ขึ้นมา โดยจะส่งหา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 server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 server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จะทำการส่ง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ANSUPDATE(X,Y,R,G,B,BSIZE)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ให้กับ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อื่นๆเพื้อให้เกิดการ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update mirror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ตามๆกันในทุกๆ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0E5316-9757-45D5-ABBD-8D407EE00013}"/>
              </a:ext>
            </a:extLst>
          </p:cNvPr>
          <p:cNvSpPr txBox="1">
            <a:spLocks/>
          </p:cNvSpPr>
          <p:nvPr/>
        </p:nvSpPr>
        <p:spPr>
          <a:xfrm>
            <a:off x="838200" y="3826934"/>
            <a:ext cx="10515600" cy="2466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Checking if client still alive</a:t>
            </a:r>
          </a:p>
          <a:p>
            <a:pPr lvl="1"/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 server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จะมีการ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check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อยู่เป็นระยะๆเพื่อตรวจสอบ ว่า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ต่างๆนั้นยังอยู่ดีไหม โดยการส่ง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PING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เปล่าๆไปหา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ทีละคนทุกๆ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interval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เวลาที่ตั้ง แล้ว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จะต้องตอบ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PONG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กลับมาภายในเวลาที่กำหนดก่อน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time out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โดยถ้าหากไม่เกิดการ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PONG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ทันเวลา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นั้นจะถูกลบออกจาก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TCP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ของ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 server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ทันที (อันนี้เป็นการทดสอบภายใน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localhost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จึง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implement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ง่ายๆคือเตะออกเลยเมื่อขาดการเชื่อมต่อ ในกรณีใช้จริง จะอยู่ที่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server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นำไป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implement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ตามแบบที่เห็นว่าเหมาะสม) </a:t>
            </a: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18351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118F5-151E-4ADA-AD86-ABA6867BB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858"/>
            <a:ext cx="10515600" cy="1325563"/>
          </a:xfrm>
        </p:spPr>
        <p:txBody>
          <a:bodyPr/>
          <a:lstStyle/>
          <a:p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ขั้นตอน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A001B-E0F1-4D12-A853-665E7F573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9959"/>
            <a:ext cx="10515600" cy="2466975"/>
          </a:xfrm>
        </p:spPr>
        <p:txBody>
          <a:bodyPr>
            <a:normAutofit/>
          </a:bodyPr>
          <a:lstStyle/>
          <a:p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leaving</a:t>
            </a:r>
          </a:p>
          <a:p>
            <a:pPr lvl="1"/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เมื่อ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ต้องการออกจาก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 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จะส่ง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REQLEAVE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ไปยัง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 session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canvas session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จะทำการส่ง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ANSLEAVE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กลับไปและทำการลบ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นั้นออกจาก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client list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เป็นการปิดการเชื่อมต่ออย่างสมบูรณ์ </a:t>
            </a: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19417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728</Words>
  <Application>Microsoft Office PowerPoint</Application>
  <PresentationFormat>Widescreen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TH Sarabun New</vt:lpstr>
      <vt:lpstr>Office Theme</vt:lpstr>
      <vt:lpstr>PRTCP Protocol</vt:lpstr>
      <vt:lpstr>จุดประสงค์ </vt:lpstr>
      <vt:lpstr>โดย protocol นี้จะประกอบไปด้วย 3 actor</vt:lpstr>
      <vt:lpstr>Message Type </vt:lpstr>
      <vt:lpstr>ขั้นตอน Protocols</vt:lpstr>
      <vt:lpstr>ขั้นตอน Protocols</vt:lpstr>
      <vt:lpstr>ขั้นตอน Protocols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PRTCP Protocol</dc:title>
  <dc:creator>Norraphat WATTANACHOTE</dc:creator>
  <cp:lastModifiedBy>Norraphat WATTANACHOTE</cp:lastModifiedBy>
  <cp:revision>4</cp:revision>
  <dcterms:created xsi:type="dcterms:W3CDTF">2026-08-30T15:42:25Z</dcterms:created>
  <dcterms:modified xsi:type="dcterms:W3CDTF">2026-08-30T16:52:19Z</dcterms:modified>
</cp:coreProperties>
</file>